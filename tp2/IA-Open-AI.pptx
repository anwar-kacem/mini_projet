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4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657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10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2103120"/>
            <a:ext cx="33832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31920" y="7315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3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Artificielle</a:t>
            </a:r>
            <a:endParaRPr lang="en-US" sz="3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OpenAI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931920" y="3154680"/>
            <a:ext cx="498348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329184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· Technologies · Applications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· Avenir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75649" y="454175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/>
              <a:t>Réalisé</a:t>
            </a:r>
            <a:r>
              <a:rPr lang="en-US" sz="1000" dirty="0"/>
              <a:t> par : Yomna </a:t>
            </a:r>
            <a:r>
              <a:rPr lang="en-US" sz="1000" dirty="0" err="1"/>
              <a:t>Limam</a:t>
            </a:r>
            <a:r>
              <a:rPr lang="en-US" sz="1000" dirty="0"/>
              <a:t>  Anwar Kassem Ela ben Taher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à l'Intelligence Artificielle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115568"/>
            <a:ext cx="338328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" y="11155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" y="1463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 désigne la capacité d'une machine à simuler des fonctions cognitives humaines — apprendre, raisonner, percevoir et résoudre des problèmes.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2487168"/>
            <a:ext cx="166420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" y="2487168"/>
            <a:ext cx="1664208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" y="2578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10896" y="32918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créé par John McCarthy à la conférence de Dartmouth.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56816" y="2487168"/>
            <a:ext cx="166420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56816" y="2487168"/>
            <a:ext cx="1664208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66544" y="2578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066544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Simuler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2066544" y="32918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des capacités cognitives humaines dans une machine.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712464" y="2487168"/>
            <a:ext cx="166420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12464" y="2487168"/>
            <a:ext cx="1664208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22192" y="2578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22192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types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3822192" y="32918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Faible · IA Forte · Super-Intelligence (théorique).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Domaines de l'IA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115568"/>
            <a:ext cx="301752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70432"/>
            <a:ext cx="1783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1170432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10896" y="1645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du Langage Naturel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10896" y="202996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générer du texte. Chatbots, traduction, résumé automatique.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75688" y="1170432"/>
            <a:ext cx="1783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75688" y="1170432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85416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185416" y="1645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85416" y="202996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images et vidéos. Reconnaissance faciale, voitures autonomes.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50208" y="1170432"/>
            <a:ext cx="1783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50208" y="1170432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59936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059936" y="1645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59936" y="202996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à partir de données sans être explicitement programmé.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01168" y="2980944"/>
            <a:ext cx="1783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1168" y="2980944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10896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10896" y="38404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de neurones profonds inspirés du cerveau humain.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075688" y="2980944"/>
            <a:ext cx="1783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75688" y="2980944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85416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2185416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par Renforcement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185416" y="38404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apprend par essai-erreur en maximisant une récompense.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950208" y="2980944"/>
            <a:ext cx="1783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950208" y="2980944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59936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4059936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Experts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059936" y="38404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codées par des experts pour résoudre des problèmes précis.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qu'OpenAI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115568"/>
            <a:ext cx="2743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11556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08960" y="1773936"/>
            <a:ext cx="54864" cy="64008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3552" y="1581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américaine fondée en 2015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2295144"/>
            <a:ext cx="54864" cy="64008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73552" y="21031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Fondateurs : Sam Altman, Elon Musk…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08960" y="2816352"/>
            <a:ext cx="54864" cy="64008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2624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développer une AGI sûre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0" y="3337560"/>
            <a:ext cx="54864" cy="64008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73552" y="31455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&gt; 20 Md$ · Val. 500 Md$ (2025)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0" y="3858768"/>
            <a:ext cx="54864" cy="64008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73552" y="36667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M utilisateurs hebdomadaires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1097280"/>
            <a:ext cx="18288" cy="35661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11155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vs OpenAI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80760" y="15727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1572768"/>
            <a:ext cx="283464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19385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 vaste domaine scientifique né en 1956, regroupant des centaines de techniques et d'organisations.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080760" y="2999232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80760" y="2999232"/>
            <a:ext cx="283464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3090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17920" y="33649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UNE entreprise parmi d'autres dans ce domaine. La plus médiatisée grâce à ChatGPT.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⊃  OpenAI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développées par OpenAI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115568"/>
            <a:ext cx="27432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70432"/>
            <a:ext cx="2880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1170432"/>
            <a:ext cx="288036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280160"/>
            <a:ext cx="2624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9184" y="1645920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langage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9184" y="1901952"/>
            <a:ext cx="2624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texte le plus avancé au monde. Compréhension, rédaction, code, raisonnement. Sorti août 2025.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18688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18688" y="1170432"/>
            <a:ext cx="274320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46704" y="12801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46704" y="164592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46704" y="1901952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sur GPT. 800M utilisateurs/semaine. Versions Free, Plus, Team, Enterprise.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1168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" y="2926080"/>
            <a:ext cx="265176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" y="30358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DALL·E 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29184" y="340156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d'images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9184" y="365760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des images photoréalistes depuis une description textuelle.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90088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90088" y="2926080"/>
            <a:ext cx="265176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18104" y="30358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118104" y="340156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vidéo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118104" y="365760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des vidéos réalistes depuis du texte. Version 2 en 2025.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79008" y="292608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79008" y="2926080"/>
            <a:ext cx="320040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07024" y="3035808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907024" y="3401568"/>
            <a:ext cx="2944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vocale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07024" y="3657600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multilingue haute précision.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 de l'IA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115568"/>
            <a:ext cx="301752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7043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117043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29844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5468" y="14950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Vitesse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0697" y="1809809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des milliards de données en quelques secondes, là où un humain prendrait des années.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35808" y="117043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5808" y="117043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3824" y="129844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76604" y="148818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Précision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35808" y="178993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les erreurs humaines dans des contextes critiques : médical, finance, industrie.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1168" y="240487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" y="240487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" y="25328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9184" y="2862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9184" y="31181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disponibles 24h/24, 7j/7, sans fatigue ni absence.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035808" y="240487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35808" y="240487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63824" y="25328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163824" y="2862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Productivité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163824" y="31181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 les tâches répétitives et libère l'humain pour des travaux à plus forte valeur.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01168" y="363931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1168" y="363931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" y="37673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9184" y="4096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29184" y="43525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 des tendances, pannes ou maladies avant qu'elles ne surviennent.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035808" y="363931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35808" y="363931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63824" y="37673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163824" y="4096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Accessibilité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163824" y="43525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Traduit, transcrit et adapte les services pour les rendre accessibles à tous.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de l'IA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115568"/>
            <a:ext cx="27432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704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11704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Santé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médical, découverte de médicaments, chirurgie robotique.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27248" y="11704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27248" y="11704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 autonomes, optimisation du trafic, maintenance prédictive.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1168" y="20848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20848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176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Éducation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Tuteurs IA personnalisés, correction automatique, apprentissage adaptatif.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27248" y="20848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27248" y="20848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2176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9184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fraudes, trading algorithmique, conseil financier.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01168" y="29992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1168" y="29992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30906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576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Robotique intelligente, contrôle qualité automatisé, usines 4.0.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127248" y="29992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127248" y="29992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30906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Création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29184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d'images, musique, textes et vidéos par IA.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01168" y="39136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1168" y="39136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6576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IA, détection maladies, optimisation des récoltes.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127248" y="3913632"/>
            <a:ext cx="2788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127248" y="3913632"/>
            <a:ext cx="45720" cy="82296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9184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Cybersécurité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29184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d'intrusions en temps réel, protection des systèmes.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Risques et défis de l'IA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115568"/>
            <a:ext cx="301752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7043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117043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58568" y="1289304"/>
            <a:ext cx="512064" cy="201168"/>
          </a:xfrm>
          <a:prstGeom prst="rect">
            <a:avLst/>
          </a:prstGeom>
          <a:solidFill>
            <a:srgbClr val="F5E8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58568" y="12893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29184" y="128930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Désinformation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" y="1645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massive de fausses nouvelles, deepfakes vidéo et audio.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35808" y="117043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35808" y="117043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93208" y="1289304"/>
            <a:ext cx="512064" cy="201168"/>
          </a:xfrm>
          <a:prstGeom prst="rect">
            <a:avLst/>
          </a:prstGeom>
          <a:solidFill>
            <a:srgbClr val="F5E8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93208" y="12893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163824" y="128930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sur l'emploi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63824" y="1645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millions de postes dans tous les secteurs.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01168" y="240487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1168" y="240487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58568" y="2523744"/>
            <a:ext cx="512064" cy="201168"/>
          </a:xfrm>
          <a:prstGeom prst="rect">
            <a:avLst/>
          </a:prstGeom>
          <a:solidFill>
            <a:srgbClr val="F5E8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58568" y="25237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29184" y="252374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Biais algorithmiques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9184" y="28803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 reproduisent les biais présents dans les données.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035808" y="240487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35808" y="240487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93208" y="2523744"/>
            <a:ext cx="512064" cy="201168"/>
          </a:xfrm>
          <a:prstGeom prst="rect">
            <a:avLst/>
          </a:prstGeom>
          <a:solidFill>
            <a:srgbClr val="F5E8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93208" y="25237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63824" y="252374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 privée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63824" y="28803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données sans toujours recueillir le consentement.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01168" y="363931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1168" y="363931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58568" y="3758184"/>
            <a:ext cx="512064" cy="201168"/>
          </a:xfrm>
          <a:prstGeom prst="rect">
            <a:avLst/>
          </a:prstGeom>
          <a:solidFill>
            <a:srgbClr val="F5E8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258568" y="37581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29184" y="375818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Alignement &amp; AGI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29184" y="4114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garantir qu'une AGI agira dans l'intérêt humain ?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035808" y="363931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035808" y="3639312"/>
            <a:ext cx="26974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93208" y="3758184"/>
            <a:ext cx="512064" cy="201168"/>
          </a:xfrm>
          <a:prstGeom prst="rect">
            <a:avLst/>
          </a:prstGeom>
          <a:solidFill>
            <a:srgbClr val="F5E8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93208" y="37581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3163824" y="375818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163824" y="41148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entreprises (OpenAI, Google, Meta) dominent l'IA mondiale.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L'avenir de l'IA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75995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115568"/>
            <a:ext cx="2926080" cy="1965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5669280" cy="777240"/>
          </a:xfrm>
          <a:prstGeom prst="rect">
            <a:avLst/>
          </a:prstGeom>
          <a:solidFill>
            <a:srgbClr val="F5E8EB"/>
          </a:solidFill>
          <a:ln w="12700">
            <a:solidFill>
              <a:srgbClr val="8B1A2F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1115568"/>
            <a:ext cx="54864" cy="77724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11556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  </a:t>
            </a: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Générale  —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Altman estime son arrivée entre 2026 et 2030. L'objectif ultime : une IA aussi performante qu'un humain dans n'importe quelle tâche intellectuelle.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2057400"/>
            <a:ext cx="1783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2057400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21671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0896" y="2496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multimodale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0896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texte, image, audio, vidéo en un seul modèle.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75688" y="2057400"/>
            <a:ext cx="1783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75688" y="2057400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85416" y="21671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185416" y="2496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agentique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85416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autonomes accomplissant des tâches complexes.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50208" y="2057400"/>
            <a:ext cx="1783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50208" y="2057400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9936" y="21671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59936" y="2496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embarquée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059936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dans téléphones, voitures, objets connectés.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01168" y="3474720"/>
            <a:ext cx="1783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1168" y="3474720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0896" y="35844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0896" y="3913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scientifique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10896" y="4206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AlphaFold, découvertes médicales, accélération de la recherche.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75688" y="3474720"/>
            <a:ext cx="1783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075688" y="3474720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85416" y="35844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185416" y="3913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Réglementation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185416" y="4206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· Cadres nationaux et internationaux.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950208" y="3474720"/>
            <a:ext cx="1783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50208" y="3474720"/>
            <a:ext cx="1783080" cy="36576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059936" y="35844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059936" y="3913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+ IA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059936" y="4206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avec l'informatique quantique.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01168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OpenAI  ·  2025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8B1A2F">
              <a:alpha val="85000"/>
            </a:srgbClr>
          </a:solidFill>
          <a:ln w="12700">
            <a:solidFill>
              <a:srgbClr val="8B1A2F">
                <a:alpha val="8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365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28600" y="1024128"/>
            <a:ext cx="484632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115568"/>
            <a:ext cx="484632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115568"/>
            <a:ext cx="411480" cy="576072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11556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1115568"/>
            <a:ext cx="4251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est une révolution technologique qui transforme tous les secteurs.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28600" y="1783080"/>
            <a:ext cx="484632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1783080"/>
            <a:ext cx="411480" cy="576072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178308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" y="1783080"/>
            <a:ext cx="4251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est l'acteur le plus visible grâce à ChatGPT et GPT-5.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28600" y="2450592"/>
            <a:ext cx="484632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8600" y="2450592"/>
            <a:ext cx="411480" cy="576072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" y="245059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" y="2450592"/>
            <a:ext cx="4251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avantages sont immenses — les risques éthiques et sécuritaires sont réels.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28600" y="3118104"/>
            <a:ext cx="484632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8600" y="3118104"/>
            <a:ext cx="411480" cy="576072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600" y="311810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3118104"/>
            <a:ext cx="4251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réglementation et l'alignement de l'IA sont des enjeux cruciaux.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28600" y="3785616"/>
            <a:ext cx="484632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3785616"/>
            <a:ext cx="411480" cy="576072"/>
          </a:xfrm>
          <a:prstGeom prst="rect">
            <a:avLst/>
          </a:prstGeom>
          <a:solidFill>
            <a:srgbClr val="8B1A2F"/>
          </a:solidFill>
          <a:ln w="12700">
            <a:solidFill>
              <a:srgbClr val="8B1A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378561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" y="3785616"/>
            <a:ext cx="4251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L'AGI, si elle arrive, sera l'une des plus grandes transformations humaines.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577840" y="91440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faut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retenir.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228600" y="479145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L'IA est peut-être la chose la plus transformatrice de l'histoire humaine. »  — Sam Altman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887</Words>
  <Application>Microsoft Office PowerPoint</Application>
  <PresentationFormat>On-screen Show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_Yomnaa's world_</cp:lastModifiedBy>
  <cp:revision>3</cp:revision>
  <dcterms:created xsi:type="dcterms:W3CDTF">2026-03-10T19:02:14Z</dcterms:created>
  <dcterms:modified xsi:type="dcterms:W3CDTF">2026-03-11T15:32:41Z</dcterms:modified>
</cp:coreProperties>
</file>